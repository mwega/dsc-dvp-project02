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89F00-FB9B-5893-33BD-F18D8FB96103}" v="45" dt="2025-02-12T08:40:24.869"/>
    <p1510:client id="{458BD81C-9F63-30D7-12E2-06C6D506ED7C}" v="3" dt="2025-02-12T08:51:46.733"/>
    <p1510:client id="{F1FC6A16-B525-1658-8CB2-5F6CCFAAA119}" v="10" dt="2025-02-12T08:50:35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Mwega" userId="S::joyce.mwega@ncbagroup.com::56f6b813-e2bc-4bad-97a4-a978b6ebb60d" providerId="AD" clId="Web-{F1FC6A16-B525-1658-8CB2-5F6CCFAAA119}"/>
    <pc:docChg chg="addSld delSld modSld">
      <pc:chgData name="Joyce Mwega" userId="S::joyce.mwega@ncbagroup.com::56f6b813-e2bc-4bad-97a4-a978b6ebb60d" providerId="AD" clId="Web-{F1FC6A16-B525-1658-8CB2-5F6CCFAAA119}" dt="2025-02-12T08:50:35.292" v="8"/>
      <pc:docMkLst>
        <pc:docMk/>
      </pc:docMkLst>
      <pc:sldChg chg="modSp">
        <pc:chgData name="Joyce Mwega" userId="S::joyce.mwega@ncbagroup.com::56f6b813-e2bc-4bad-97a4-a978b6ebb60d" providerId="AD" clId="Web-{F1FC6A16-B525-1658-8CB2-5F6CCFAAA119}" dt="2025-02-12T08:47:05.160" v="0"/>
        <pc:sldMkLst>
          <pc:docMk/>
          <pc:sldMk cId="109857222" sldId="256"/>
        </pc:sldMkLst>
        <pc:picChg chg="mod">
          <ac:chgData name="Joyce Mwega" userId="S::joyce.mwega@ncbagroup.com::56f6b813-e2bc-4bad-97a4-a978b6ebb60d" providerId="AD" clId="Web-{F1FC6A16-B525-1658-8CB2-5F6CCFAAA119}" dt="2025-02-12T08:47:05.160" v="0"/>
          <ac:picMkLst>
            <pc:docMk/>
            <pc:sldMk cId="109857222" sldId="256"/>
            <ac:picMk id="3" creationId="{E675147E-0F32-DD61-8539-D2F62433785F}"/>
          </ac:picMkLst>
        </pc:picChg>
      </pc:sldChg>
      <pc:sldChg chg="addSp delSp modSp">
        <pc:chgData name="Joyce Mwega" userId="S::joyce.mwega@ncbagroup.com::56f6b813-e2bc-4bad-97a4-a978b6ebb60d" providerId="AD" clId="Web-{F1FC6A16-B525-1658-8CB2-5F6CCFAAA119}" dt="2025-02-12T08:50:35.292" v="8"/>
        <pc:sldMkLst>
          <pc:docMk/>
          <pc:sldMk cId="2827612337" sldId="257"/>
        </pc:sldMkLst>
        <pc:spChg chg="add del mod">
          <ac:chgData name="Joyce Mwega" userId="S::joyce.mwega@ncbagroup.com::56f6b813-e2bc-4bad-97a4-a978b6ebb60d" providerId="AD" clId="Web-{F1FC6A16-B525-1658-8CB2-5F6CCFAAA119}" dt="2025-02-12T08:50:35.292" v="7"/>
          <ac:spMkLst>
            <pc:docMk/>
            <pc:sldMk cId="2827612337" sldId="257"/>
            <ac:spMk id="5" creationId="{C27E3A19-9698-BEB8-4365-DA3E48D05EDD}"/>
          </ac:spMkLst>
        </pc:spChg>
        <pc:picChg chg="add del mod">
          <ac:chgData name="Joyce Mwega" userId="S::joyce.mwega@ncbagroup.com::56f6b813-e2bc-4bad-97a4-a978b6ebb60d" providerId="AD" clId="Web-{F1FC6A16-B525-1658-8CB2-5F6CCFAAA119}" dt="2025-02-12T08:50:35.292" v="8"/>
          <ac:picMkLst>
            <pc:docMk/>
            <pc:sldMk cId="2827612337" sldId="257"/>
            <ac:picMk id="4" creationId="{26FCA2ED-D04C-2F50-8859-687A8F5D71B0}"/>
          </ac:picMkLst>
        </pc:picChg>
      </pc:sldChg>
      <pc:sldChg chg="new del">
        <pc:chgData name="Joyce Mwega" userId="S::joyce.mwega@ncbagroup.com::56f6b813-e2bc-4bad-97a4-a978b6ebb60d" providerId="AD" clId="Web-{F1FC6A16-B525-1658-8CB2-5F6CCFAAA119}" dt="2025-02-12T08:48:13.397" v="2"/>
        <pc:sldMkLst>
          <pc:docMk/>
          <pc:sldMk cId="303243359" sldId="260"/>
        </pc:sldMkLst>
      </pc:sldChg>
    </pc:docChg>
  </pc:docChgLst>
  <pc:docChgLst>
    <pc:chgData name="Joyce Mwega" userId="S::joyce.mwega@ncbagroup.com::56f6b813-e2bc-4bad-97a4-a978b6ebb60d" providerId="AD" clId="Web-{458BD81C-9F63-30D7-12E2-06C6D506ED7C}"/>
    <pc:docChg chg="modSld addMainMaster delMainMaster">
      <pc:chgData name="Joyce Mwega" userId="S::joyce.mwega@ncbagroup.com::56f6b813-e2bc-4bad-97a4-a978b6ebb60d" providerId="AD" clId="Web-{458BD81C-9F63-30D7-12E2-06C6D506ED7C}" dt="2025-02-12T08:51:46.733" v="2"/>
      <pc:docMkLst>
        <pc:docMk/>
      </pc:docMkLst>
      <pc:sldChg chg="delSp modSp mod modClrScheme delDesignElem chgLayout">
        <pc:chgData name="Joyce Mwega" userId="S::joyce.mwega@ncbagroup.com::56f6b813-e2bc-4bad-97a4-a978b6ebb60d" providerId="AD" clId="Web-{458BD81C-9F63-30D7-12E2-06C6D506ED7C}" dt="2025-02-12T08:51:46.733" v="2"/>
        <pc:sldMkLst>
          <pc:docMk/>
          <pc:sldMk cId="109857222" sldId="256"/>
        </pc:sldMkLst>
        <pc:spChg chg="mod ord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109857222" sldId="256"/>
            <ac:spMk id="8" creationId="{7DA3C418-758E-4180-A5D0-8655D6804587}"/>
          </ac:spMkLst>
        </pc:spChg>
        <pc:spChg chg="del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109857222" sldId="256"/>
            <ac:spMk id="10" creationId="{28C8EF06-5EC3-4883-AFAF-D74FF46550FB}"/>
          </ac:spMkLst>
        </pc:spChg>
      </pc:sldChg>
      <pc:sldChg chg="modSp mod modClrScheme addAnim delAnim chgLayout">
        <pc:chgData name="Joyce Mwega" userId="S::joyce.mwega@ncbagroup.com::56f6b813-e2bc-4bad-97a4-a978b6ebb60d" providerId="AD" clId="Web-{458BD81C-9F63-30D7-12E2-06C6D506ED7C}" dt="2025-02-12T08:51:46.733" v="2"/>
        <pc:sldMkLst>
          <pc:docMk/>
          <pc:sldMk cId="2827612337" sldId="257"/>
        </pc:sldMkLst>
        <pc:spChg chg="mod ord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2827612337" sldId="257"/>
            <ac:spMk id="2" creationId="{AF3CD6FE-1AEE-A594-920C-85ADAE8134F4}"/>
          </ac:spMkLst>
        </pc:spChg>
        <pc:spChg chg="mod ord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2827612337" sldId="257"/>
            <ac:spMk id="3" creationId="{4245DFB9-1C66-7E9C-FA07-280156D87EC7}"/>
          </ac:spMkLst>
        </pc:spChg>
      </pc:sldChg>
      <pc:sldChg chg="modSp mod modClrScheme chgLayout">
        <pc:chgData name="Joyce Mwega" userId="S::joyce.mwega@ncbagroup.com::56f6b813-e2bc-4bad-97a4-a978b6ebb60d" providerId="AD" clId="Web-{458BD81C-9F63-30D7-12E2-06C6D506ED7C}" dt="2025-02-12T08:51:46.733" v="2"/>
        <pc:sldMkLst>
          <pc:docMk/>
          <pc:sldMk cId="2397306786" sldId="258"/>
        </pc:sldMkLst>
        <pc:spChg chg="mod ord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2397306786" sldId="258"/>
            <ac:spMk id="2" creationId="{34903BD6-1879-8462-A100-5FDE7C6AA20B}"/>
          </ac:spMkLst>
        </pc:spChg>
        <pc:spChg chg="mod ord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2397306786" sldId="258"/>
            <ac:spMk id="3" creationId="{DE1A22DD-494D-8656-D181-422FC6196894}"/>
          </ac:spMkLst>
        </pc:spChg>
      </pc:sldChg>
      <pc:sldChg chg="modSp mod modClrScheme chgLayout">
        <pc:chgData name="Joyce Mwega" userId="S::joyce.mwega@ncbagroup.com::56f6b813-e2bc-4bad-97a4-a978b6ebb60d" providerId="AD" clId="Web-{458BD81C-9F63-30D7-12E2-06C6D506ED7C}" dt="2025-02-12T08:51:46.733" v="2"/>
        <pc:sldMkLst>
          <pc:docMk/>
          <pc:sldMk cId="1316544898" sldId="259"/>
        </pc:sldMkLst>
        <pc:spChg chg="mod ord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1316544898" sldId="259"/>
            <ac:spMk id="2" creationId="{1F1E4768-A7A1-0732-0484-52AAA1FE2F01}"/>
          </ac:spMkLst>
        </pc:spChg>
        <pc:spChg chg="mod ord">
          <ac:chgData name="Joyce Mwega" userId="S::joyce.mwega@ncbagroup.com::56f6b813-e2bc-4bad-97a4-a978b6ebb60d" providerId="AD" clId="Web-{458BD81C-9F63-30D7-12E2-06C6D506ED7C}" dt="2025-02-12T08:51:46.733" v="2"/>
          <ac:spMkLst>
            <pc:docMk/>
            <pc:sldMk cId="1316544898" sldId="259"/>
            <ac:spMk id="3" creationId="{77CFB7C4-4A57-5D93-D36C-19789D2BC039}"/>
          </ac:spMkLst>
        </pc:spChg>
      </pc:sldChg>
      <pc:sldMasterChg chg="del delSldLayout">
        <pc:chgData name="Joyce Mwega" userId="S::joyce.mwega@ncbagroup.com::56f6b813-e2bc-4bad-97a4-a978b6ebb60d" providerId="AD" clId="Web-{458BD81C-9F63-30D7-12E2-06C6D506ED7C}" dt="2025-02-12T08:51:46.733" v="2"/>
        <pc:sldMasterMkLst>
          <pc:docMk/>
          <pc:sldMasterMk cId="2460954070" sldId="2147483660"/>
        </pc:sldMasterMkLst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Joyce Mwega" userId="S::joyce.mwega@ncbagroup.com::56f6b813-e2bc-4bad-97a4-a978b6ebb60d" providerId="AD" clId="Web-{458BD81C-9F63-30D7-12E2-06C6D506ED7C}" dt="2025-02-12T08:51:46.733" v="2"/>
        <pc:sldMasterMkLst>
          <pc:docMk/>
          <pc:sldMasterMk cId="799625189" sldId="2147483672"/>
        </pc:sldMasterMkLst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918818319" sldId="2147483673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4161976932" sldId="2147483674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767555823" sldId="2147483675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1694842491" sldId="2147483676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3524186684" sldId="2147483677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2768006846" sldId="2147483678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1244613323" sldId="2147483679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3514021932" sldId="2147483680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1091432082" sldId="2147483681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2173308759" sldId="2147483682"/>
          </pc:sldLayoutMkLst>
        </pc:sldLayoutChg>
        <pc:sldLayoutChg chg="add mod replId">
          <pc:chgData name="Joyce Mwega" userId="S::joyce.mwega@ncbagroup.com::56f6b813-e2bc-4bad-97a4-a978b6ebb60d" providerId="AD" clId="Web-{458BD81C-9F63-30D7-12E2-06C6D506ED7C}" dt="2025-02-12T08:51:46.733" v="2"/>
          <pc:sldLayoutMkLst>
            <pc:docMk/>
            <pc:sldMasterMk cId="799625189" sldId="2147483672"/>
            <pc:sldLayoutMk cId="585418455" sldId="2147483683"/>
          </pc:sldLayoutMkLst>
        </pc:sldLayoutChg>
      </pc:sldMasterChg>
    </pc:docChg>
  </pc:docChgLst>
  <pc:docChgLst>
    <pc:chgData name="Joyce Mwega" userId="S::joyce.mwega@ncbagroup.com::56f6b813-e2bc-4bad-97a4-a978b6ebb60d" providerId="AD" clId="Web-{2CA89F00-FB9B-5893-33BD-F18D8FB96103}"/>
    <pc:docChg chg="addSld modSld">
      <pc:chgData name="Joyce Mwega" userId="S::joyce.mwega@ncbagroup.com::56f6b813-e2bc-4bad-97a4-a978b6ebb60d" providerId="AD" clId="Web-{2CA89F00-FB9B-5893-33BD-F18D8FB96103}" dt="2025-02-12T08:40:48.041" v="42"/>
      <pc:docMkLst>
        <pc:docMk/>
      </pc:docMkLst>
      <pc:sldChg chg="addSp delSp modSp mod setBg">
        <pc:chgData name="Joyce Mwega" userId="S::joyce.mwega@ncbagroup.com::56f6b813-e2bc-4bad-97a4-a978b6ebb60d" providerId="AD" clId="Web-{2CA89F00-FB9B-5893-33BD-F18D8FB96103}" dt="2025-02-12T08:40:48.041" v="42"/>
        <pc:sldMkLst>
          <pc:docMk/>
          <pc:sldMk cId="109857222" sldId="256"/>
        </pc:sldMkLst>
        <pc:spChg chg="mod ord">
          <ac:chgData name="Joyce Mwega" userId="S::joyce.mwega@ncbagroup.com::56f6b813-e2bc-4bad-97a4-a978b6ebb60d" providerId="AD" clId="Web-{2CA89F00-FB9B-5893-33BD-F18D8FB96103}" dt="2025-02-12T08:40:48.041" v="42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Joyce Mwega" userId="S::joyce.mwega@ncbagroup.com::56f6b813-e2bc-4bad-97a4-a978b6ebb60d" providerId="AD" clId="Web-{2CA89F00-FB9B-5893-33BD-F18D8FB96103}" dt="2025-02-12T08:03:12.758" v="9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Joyce Mwega" userId="S::joyce.mwega@ncbagroup.com::56f6b813-e2bc-4bad-97a4-a978b6ebb60d" providerId="AD" clId="Web-{2CA89F00-FB9B-5893-33BD-F18D8FB96103}" dt="2025-02-12T08:40:48.041" v="42"/>
          <ac:spMkLst>
            <pc:docMk/>
            <pc:sldMk cId="109857222" sldId="256"/>
            <ac:spMk id="8" creationId="{7DA3C418-758E-4180-A5D0-8655D6804587}"/>
          </ac:spMkLst>
        </pc:spChg>
        <pc:spChg chg="add">
          <ac:chgData name="Joyce Mwega" userId="S::joyce.mwega@ncbagroup.com::56f6b813-e2bc-4bad-97a4-a978b6ebb60d" providerId="AD" clId="Web-{2CA89F00-FB9B-5893-33BD-F18D8FB96103}" dt="2025-02-12T08:40:48.041" v="42"/>
          <ac:spMkLst>
            <pc:docMk/>
            <pc:sldMk cId="109857222" sldId="256"/>
            <ac:spMk id="10" creationId="{28C8EF06-5EC3-4883-AFAF-D74FF46550FB}"/>
          </ac:spMkLst>
        </pc:spChg>
        <pc:picChg chg="add mod">
          <ac:chgData name="Joyce Mwega" userId="S::joyce.mwega@ncbagroup.com::56f6b813-e2bc-4bad-97a4-a978b6ebb60d" providerId="AD" clId="Web-{2CA89F00-FB9B-5893-33BD-F18D8FB96103}" dt="2025-02-12T08:40:48.041" v="42"/>
          <ac:picMkLst>
            <pc:docMk/>
            <pc:sldMk cId="109857222" sldId="256"/>
            <ac:picMk id="3" creationId="{E675147E-0F32-DD61-8539-D2F62433785F}"/>
          </ac:picMkLst>
        </pc:picChg>
      </pc:sldChg>
      <pc:sldChg chg="modSp new">
        <pc:chgData name="Joyce Mwega" userId="S::joyce.mwega@ncbagroup.com::56f6b813-e2bc-4bad-97a4-a978b6ebb60d" providerId="AD" clId="Web-{2CA89F00-FB9B-5893-33BD-F18D8FB96103}" dt="2025-02-12T08:11:07.461" v="20" actId="20577"/>
        <pc:sldMkLst>
          <pc:docMk/>
          <pc:sldMk cId="2827612337" sldId="257"/>
        </pc:sldMkLst>
        <pc:spChg chg="mod">
          <ac:chgData name="Joyce Mwega" userId="S::joyce.mwega@ncbagroup.com::56f6b813-e2bc-4bad-97a4-a978b6ebb60d" providerId="AD" clId="Web-{2CA89F00-FB9B-5893-33BD-F18D8FB96103}" dt="2025-02-12T08:10:43.257" v="16" actId="20577"/>
          <ac:spMkLst>
            <pc:docMk/>
            <pc:sldMk cId="2827612337" sldId="257"/>
            <ac:spMk id="2" creationId="{AF3CD6FE-1AEE-A594-920C-85ADAE8134F4}"/>
          </ac:spMkLst>
        </pc:spChg>
        <pc:spChg chg="mod">
          <ac:chgData name="Joyce Mwega" userId="S::joyce.mwega@ncbagroup.com::56f6b813-e2bc-4bad-97a4-a978b6ebb60d" providerId="AD" clId="Web-{2CA89F00-FB9B-5893-33BD-F18D8FB96103}" dt="2025-02-12T08:11:07.461" v="20" actId="20577"/>
          <ac:spMkLst>
            <pc:docMk/>
            <pc:sldMk cId="2827612337" sldId="257"/>
            <ac:spMk id="3" creationId="{4245DFB9-1C66-7E9C-FA07-280156D87EC7}"/>
          </ac:spMkLst>
        </pc:spChg>
      </pc:sldChg>
      <pc:sldChg chg="modSp new">
        <pc:chgData name="Joyce Mwega" userId="S::joyce.mwega@ncbagroup.com::56f6b813-e2bc-4bad-97a4-a978b6ebb60d" providerId="AD" clId="Web-{2CA89F00-FB9B-5893-33BD-F18D8FB96103}" dt="2025-02-12T08:34:25.216" v="29" actId="20577"/>
        <pc:sldMkLst>
          <pc:docMk/>
          <pc:sldMk cId="2397306786" sldId="258"/>
        </pc:sldMkLst>
        <pc:spChg chg="mod">
          <ac:chgData name="Joyce Mwega" userId="S::joyce.mwega@ncbagroup.com::56f6b813-e2bc-4bad-97a4-a978b6ebb60d" providerId="AD" clId="Web-{2CA89F00-FB9B-5893-33BD-F18D8FB96103}" dt="2025-02-12T08:34:25.216" v="29" actId="20577"/>
          <ac:spMkLst>
            <pc:docMk/>
            <pc:sldMk cId="2397306786" sldId="258"/>
            <ac:spMk id="2" creationId="{34903BD6-1879-8462-A100-5FDE7C6AA20B}"/>
          </ac:spMkLst>
        </pc:spChg>
        <pc:spChg chg="mod">
          <ac:chgData name="Joyce Mwega" userId="S::joyce.mwega@ncbagroup.com::56f6b813-e2bc-4bad-97a4-a978b6ebb60d" providerId="AD" clId="Web-{2CA89F00-FB9B-5893-33BD-F18D8FB96103}" dt="2025-02-12T08:34:21.560" v="26" actId="20577"/>
          <ac:spMkLst>
            <pc:docMk/>
            <pc:sldMk cId="2397306786" sldId="258"/>
            <ac:spMk id="3" creationId="{DE1A22DD-494D-8656-D181-422FC6196894}"/>
          </ac:spMkLst>
        </pc:spChg>
      </pc:sldChg>
      <pc:sldChg chg="modSp new">
        <pc:chgData name="Joyce Mwega" userId="S::joyce.mwega@ncbagroup.com::56f6b813-e2bc-4bad-97a4-a978b6ebb60d" providerId="AD" clId="Web-{2CA89F00-FB9B-5893-33BD-F18D8FB96103}" dt="2025-02-12T08:35:13.483" v="40" actId="20577"/>
        <pc:sldMkLst>
          <pc:docMk/>
          <pc:sldMk cId="1316544898" sldId="259"/>
        </pc:sldMkLst>
        <pc:spChg chg="mod">
          <ac:chgData name="Joyce Mwega" userId="S::joyce.mwega@ncbagroup.com::56f6b813-e2bc-4bad-97a4-a978b6ebb60d" providerId="AD" clId="Web-{2CA89F00-FB9B-5893-33BD-F18D8FB96103}" dt="2025-02-12T08:34:54.451" v="32" actId="20577"/>
          <ac:spMkLst>
            <pc:docMk/>
            <pc:sldMk cId="1316544898" sldId="259"/>
            <ac:spMk id="2" creationId="{1F1E4768-A7A1-0732-0484-52AAA1FE2F01}"/>
          </ac:spMkLst>
        </pc:spChg>
        <pc:spChg chg="mod">
          <ac:chgData name="Joyce Mwega" userId="S::joyce.mwega@ncbagroup.com::56f6b813-e2bc-4bad-97a4-a978b6ebb60d" providerId="AD" clId="Web-{2CA89F00-FB9B-5893-33BD-F18D8FB96103}" dt="2025-02-12T08:35:13.483" v="40" actId="20577"/>
          <ac:spMkLst>
            <pc:docMk/>
            <pc:sldMk cId="1316544898" sldId="259"/>
            <ac:spMk id="3" creationId="{77CFB7C4-4A57-5D93-D36C-19789D2BC0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81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9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55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4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186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0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1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02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432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08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41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25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rn Field Cornfield · Free photo on Pixabay">
            <a:extLst>
              <a:ext uri="{FF2B5EF4-FFF2-40B4-BE49-F238E27FC236}">
                <a16:creationId xmlns:a16="http://schemas.microsoft.com/office/drawing/2014/main" id="{E675147E-0F32-DD61-8539-D2F6243378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1" r="4911"/>
          <a:stretch/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1916" y="2852381"/>
            <a:ext cx="3161940" cy="2640247"/>
          </a:xfrm>
        </p:spPr>
        <p:txBody>
          <a:bodyPr>
            <a:normAutofit/>
          </a:bodyPr>
          <a:lstStyle/>
          <a:p>
            <a:pPr algn="l"/>
            <a:r>
              <a:rPr lang="en-GB" sz="360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Uganda Karamoja Subcounty Crop Yield Population</a:t>
            </a:r>
            <a:endParaRPr lang="en-US" sz="3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D6FE-1AEE-A594-920C-85ADAE81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ea typeface="+mj-lt"/>
                <a:cs typeface="+mj-lt"/>
              </a:rPr>
              <a:t>Population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5DFB9-1C66-7E9C-FA07-280156D87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sz="1100" b="1" dirty="0"/>
          </a:p>
          <a:p>
            <a:r>
              <a:rPr lang="en-GB" sz="2000">
                <a:latin typeface="Calibri"/>
                <a:ea typeface="+mj-lt"/>
                <a:cs typeface="+mj-lt"/>
              </a:rPr>
              <a:t>Most sub-counties have a population between 5,000 and 60,000. There's at least one outlier with a population for 100,000)</a:t>
            </a:r>
            <a:endParaRPr lang="en-GB" sz="2000" dirty="0">
              <a:latin typeface="Calibri"/>
              <a:ea typeface="+mj-lt"/>
              <a:cs typeface="+mj-lt"/>
            </a:endParaRPr>
          </a:p>
          <a:p>
            <a:r>
              <a:rPr lang="en-GB" sz="2000" dirty="0">
                <a:latin typeface="Calibri"/>
                <a:ea typeface="+mj-lt"/>
                <a:cs typeface="+mj-lt"/>
              </a:rPr>
              <a:t>The distribution appears right-skewed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761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3BD6-1879-8462-A100-5FDE7C6A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ea typeface="+mj-lt"/>
                <a:cs typeface="+mj-lt"/>
              </a:rPr>
              <a:t>Sorghum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A22DD-494D-8656-D181-422FC6196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b="1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The yield is mostly between 100 and 450 per hectare.</a:t>
            </a:r>
          </a:p>
          <a:p>
            <a:r>
              <a:rPr lang="en-GB" dirty="0">
                <a:ea typeface="+mn-lt"/>
                <a:cs typeface="+mn-lt"/>
              </a:rPr>
              <a:t>The median (Q2) is around 250 hectare.</a:t>
            </a:r>
          </a:p>
          <a:p>
            <a:r>
              <a:rPr lang="en-GB" dirty="0">
                <a:ea typeface="+mn-lt"/>
                <a:cs typeface="+mn-lt"/>
              </a:rPr>
              <a:t>No significant outliers were detected.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730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4768-A7A1-0732-0484-52AAA1FE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Maize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B7C4-4A57-5D93-D36C-19789D2BC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The yield is higher than sorghum, mostly between 300 and 1,300 per </a:t>
            </a:r>
            <a:r>
              <a:rPr lang="en-GB" dirty="0" err="1">
                <a:ea typeface="+mn-lt"/>
                <a:cs typeface="+mn-lt"/>
              </a:rPr>
              <a:t>hectare.A</a:t>
            </a:r>
            <a:r>
              <a:rPr lang="en-GB" dirty="0">
                <a:ea typeface="+mn-lt"/>
                <a:cs typeface="+mn-lt"/>
              </a:rPr>
              <a:t> few extreme outliers (below 200) are present.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The median is around 900–1,000 per hectare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654489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PortalVTI</vt:lpstr>
      <vt:lpstr>Uganda Karamoja Subcounty Crop Yield Population</vt:lpstr>
      <vt:lpstr>Population</vt:lpstr>
      <vt:lpstr>Sorghum</vt:lpstr>
      <vt:lpstr>Maize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</cp:revision>
  <dcterms:created xsi:type="dcterms:W3CDTF">2025-02-12T08:02:01Z</dcterms:created>
  <dcterms:modified xsi:type="dcterms:W3CDTF">2025-02-12T08:51:48Z</dcterms:modified>
</cp:coreProperties>
</file>